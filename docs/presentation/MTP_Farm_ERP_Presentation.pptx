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5AB35"/>
                </a:solidFill>
              </a:defRPr>
            </a:pPr>
            <a:r>
              <a:t>🐔 MTP FARM ERP</a:t>
            </a:r>
          </a:p>
          <a:p>
            <a:pPr>
              <a:spcBef>
                <a:spcPts val="800"/>
              </a:spcBef>
              <a:defRPr sz="2200" b="1">
                <a:solidFill>
                  <a:srgbClr val="FFFFFF"/>
                </a:solidFill>
              </a:defRPr>
            </a:pPr>
            <a:r>
              <a:t>Hệ Thống Quản Trị Toàn Diện Trại Gà Đẻ Trứng Minh Tân Phát</a:t>
            </a:r>
          </a:p>
          <a:p>
            <a:pPr>
              <a:spcBef>
                <a:spcPts val="1800"/>
              </a:spcBef>
              <a:defRPr sz="1250">
                <a:solidFill>
                  <a:srgbClr val="C8D7E6"/>
                </a:solidFill>
              </a:defRPr>
            </a:pPr>
            <a:r>
              <a:t>Đơn vị áp dụng: Trang Trại Gà Đẻ Trứng Lê Văn Dương (Minh Tân, Dầu Tiếng, Bình Dương)</a:t>
            </a:r>
          </a:p>
          <a:p>
            <a:pPr>
              <a:spcBef>
                <a:spcPts val="600"/>
              </a:spcBef>
              <a:defRPr sz="1150">
                <a:solidFill>
                  <a:srgbClr val="B4C8DC"/>
                </a:solidFill>
              </a:defRPr>
            </a:pPr>
            <a:r>
              <a:t>Số hóa Vật tư • Quản lý Cấp phát • Trạm Dầu Xe Cơ Giới • Chống Thất Thoát • Báo Cáo Chi Phí Chuồng Trại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MTP FARM ERP • HE THONG QUAN TRI TOAN DIEN</a:t>
            </a:r>
          </a:p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</a:defRPr>
            </a:pPr>
            <a:r>
              <a:t>1. Bối Cảnh &amp; Bài Toán Quản Trị Trang Trại Quy Mô Lớn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VẤN ĐỀ #1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Thất Thoát Vật Tư Cơ Điện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Hàng trăm loại động cơ quạt hút, motor bạt, bóng đèn sưởi thay thế liên tục.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Khó kiểm soát xác thiết bị cũ hỏng, dễ bị tuồn bán phế liệu ra ngoài.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Không có quy trình thu hồi đổi 1-1 minh bạch giữa thợ và kho.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VẤN ĐỀ #2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Gian Lận &amp; Thất Thoát Dầu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Trại sử dụng hàng chục xe cơ giới (xe tải, xe nâng, cày) &amp; trạm máy phát dự phòng.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Việc đổ dầu vào xe hoặc máy phát điện khó đo lường chính xác mức tiêu hao.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Nguy cơ cấp khống số lít, hao hụt bồn chứa không rõ nguyên nhân.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VẤN ĐỀ #3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Chi Phí Mù Mờ Theo Chuồng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Không biết chính xác chuồng A1, A2 hay B1 ngốn bao nhiêu tiền vật tư hàng tháng.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Ghi chép sổ sách giấy tờ dễ thất lạc, số liệu chốt cuối tháng bị sai lệch.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Kế toán mất nhiều ngày đối soát chứng từ xuất kho.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MTP FARM ERP • HE THONG QUAN TRI TOAN DIEN</a:t>
            </a:r>
          </a:p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</a:defRPr>
            </a:pPr>
            <a:r>
              <a:t>2. Giải Pháp MTP Farm ERP: Single Source of Truth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E824C"/>
                </a:solidFill>
              </a:defRPr>
            </a:pPr>
            <a:r>
              <a:t>TÍNH LIỀN MẠCH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Đồng Bộ Thời Gian Thực (Realtime)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Mọi giao dịch xuất nhập kho, cấp dầu, đổi đồ hỏng cập nhật ngay lập tức.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Loại bỏ hoàn toàn sổ sách giấy tờ và nhập liệu trung gian.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4C81"/>
                </a:solidFill>
              </a:defRPr>
            </a:pPr>
            <a:r>
              <a:t>MINH BẠCH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Phân Cấp &amp; Xác Nhận 2 Chiều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Trưởng chuồng yêu cầu -&gt; Quản lý/Thủ kho duyệt -&gt; Người nhận bấm xác nhận đã nhận đủ.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Trách nhiệm rõ ràng, không thể đổ lỗi thất lạc đồ.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67E22"/>
                </a:solidFill>
              </a:defRPr>
            </a:pPr>
            <a:r>
              <a:t>QUẢN TRỊ CHI PHÍ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Báo Cáo Chi Phí Chuồng Trại Chi Tiết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Mỗi que hàn, bóng đèn, lít dầu đều gán trực tiếp vào mã dãy chuồng phụ trách.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Ban Giám đốc nắm rõ tỷ suất sinh lời và chi phí vận hành từng chuồng.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E824C"/>
                </a:solidFill>
              </a:defRPr>
            </a:pPr>
            <a:r>
              <a:t>TRẢI NGHIỆM TIỆN LỢI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PWA &amp; Hỗ Trợ Offline Sóng Yếu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Cài đặt như app Native trên điện thoại của quản lý và công nhân.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Giao diện tối ưu thao tác nhanh ngay tại hiện trường chuồng trại.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MTP FARM ERP • HE THONG QUAN TRI TOAN DIEN</a:t>
            </a:r>
          </a:p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</a:defRPr>
            </a:pPr>
            <a:r>
              <a:t>3. Kiến Trúc Kỹ Thuật &amp; Công Nghệ Nền Tảng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4C81"/>
                </a:solidFill>
              </a:defRPr>
            </a:pPr>
            <a:r>
              <a:t>FRONTEND LAYER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Frontend &amp; Giao Diện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Framework: Next.js 15 (App Router) siêu tốc (~200ms).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Ngôn ngữ: TypeScript Strict Mode an toàn dữ liệu.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Styling: Tailwind CSS v4 &amp; Lucide Icons hiện đại.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Mobile PWA: Hỗ trợ Add-to-Homescreen trên iOS/Android.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E824C"/>
                </a:solidFill>
              </a:defRPr>
            </a:pPr>
            <a:r>
              <a:t>BACKEND &amp; DATA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Backend &amp; Database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Cơ sở dữ liệu: Supabase PostgreSQL 17 mạnh mẽ.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Bảo mật: Row Level Security (RLS) phân quyền dữ liệu.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Realtime: WebSocket push thông báo chuông tức thì.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Authentication: Username Auth tối ưu cho công nhân trại.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67E22"/>
                </a:solidFill>
              </a:defRPr>
            </a:pPr>
            <a:r>
              <a:t>DEVOPS &amp; TESTING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Chất Lượng &amp; Triển Khai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Automated Tests: Hơn 318 test cases pass 100% (Vitest).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Containerization: Docker &amp; Docker Compose sẵn sàng.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CI/CD: Tự động hóa kiểm thử và đóng gói bản phát hành.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Backup: Cơ chế tự động backup CSDL định kỳ.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MTP FARM ERP • HE THONG QUAN TRI TOAN DIEN</a:t>
            </a:r>
          </a:p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</a:defRPr>
            </a:pPr>
            <a:r>
              <a:t>4. Phân Hệ Quản Lý Vật Tư, Kho Bãi &amp; Cơ Chế Đổi Đồ 1-1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4C81"/>
                </a:solidFill>
              </a:defRPr>
            </a:pPr>
            <a:r>
              <a:t>DANH MỤC VẬT TƯ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Danh Mục Đa Biến Thể &amp; Bộ Composite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Quản lý vật tư theo biến thể (công suất, điện áp 220V/380V, hãng).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Composite Kits: 1 bộ quạt hút xuất trọn gói hoặc xuất lẻ từng linh kiện.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E824C"/>
                </a:solidFill>
              </a:defRPr>
            </a:pPr>
            <a:r>
              <a:t>CHỐNG THẤT THOÁT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Cơ Chế Đổi Đồ Cũ - Lấy Đồ Mới 1-1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Bắt buộc thu hồi xác motor, bóng đèn, bo mạch hỏng khi cấp đồ mới.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Quản lý kho xác phế liệu riêng, thanh lý định kỳ có hạch toán thu hồi vốn.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67E22"/>
                </a:solidFill>
              </a:defRPr>
            </a:pPr>
            <a:r>
              <a:t>QUẢN LÝ TÀI SẢN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Mượn Trả Dụng Cụ Đồ Nghề Cơ Điện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Quản lý máy hàn, máy khoan, đồng hồ đo điện cấp cho thợ.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Hệ thống tự động gửi thông báo chuông nhắc nhở đồ mượn quá hạn.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E824C"/>
                </a:solidFill>
              </a:defRPr>
            </a:pPr>
            <a:r>
              <a:t>AN TOÀN VẬN HÀNH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Cảnh Báo Tồn Kho Tối Thiểu (Min/Max)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Tự động đổi màu cảnh báo vàng/đỏ khi vật tư quan trọng sắp hết.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Đảm bảo trại không bị gián đoạn điện lưới hay quạt làm mát.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MTP FARM ERP • HE THONG QUAN TRI TOAN DIEN</a:t>
            </a:r>
          </a:p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</a:defRPr>
            </a:pPr>
            <a:r>
              <a:t>5. Phân Hệ Quản Lý Trạm Cấp Dầu &amp; Xe Cơ Giới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4C81"/>
                </a:solidFill>
              </a:defRPr>
            </a:pPr>
            <a:r>
              <a:t>QUẢN LÝ BỒN CHỨA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Nhập Bồn Dầu Tổng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Ghi nhận số lít nhập, nhà cung cấp, hóa đơn và đơn giá.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Theo dõi biến động giá dầu và tính toán tồn kho bồn chính xác theo thời gian thực.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E824C"/>
                </a:solidFill>
              </a:defRPr>
            </a:pPr>
            <a:r>
              <a:t>ĐỊNH MỨC CƠ GIỚI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Cấp Phát Theo Xe &amp; Máy Phát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Định danh từng xe cơ giới (xe tải, xe ben, xe nâng) và trạm máy phát điện.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Ghi nhận số giờ chạy máy (hour-meter) hoặc số km trước khi đổ.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C3545"/>
                </a:solidFill>
              </a:defRPr>
            </a:pPr>
            <a:r>
              <a:t>KIỂM SOÁT THẤT THOÁT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Cảnh Báo Tiêu Hao Bất Thường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Tự động tính định mức lít/giờ hoặc lít/km.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Báo động ngay cho Ban Quản Lý khi có xe đổ dầu với mức tiêu hao vượt ngưỡng cho phép.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MTP FARM ERP • HE THONG QUAN TRI TOAN DIEN</a:t>
            </a:r>
          </a:p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</a:defRPr>
            </a:pPr>
            <a:r>
              <a:t>6. Báo Cáo Doanh Thu, Chi Phí &amp; Hạch Toán Dãy Chuồng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4C81"/>
                </a:solidFill>
              </a:defRPr>
            </a:pPr>
            <a:r>
              <a:t>COST ACCOUNTING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Phân Bổ Chi Phí Từng Chuồng Gà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Hạch toán chi tiết chi phí vật tư cơ điện cho từng chuồng (A1, A2, B1...).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So sánh định mức tiêu hao vật tư giữa các dãy chuồng cùng quy mô.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Phát hiện chuồng có thiết bị hư hỏng bất thường để bảo trì phòng ngừa.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Xuất báo cáo tài chính chi tiết theo định dạng Excel/PDF.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E824C"/>
                </a:solidFill>
              </a:defRPr>
            </a:pPr>
            <a:r>
              <a:t>EXECUTIVE DASHBOARD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Dashboard Tổng Quan Dành Cho Chủ Trại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Biểu đồ phân bổ chi phí vật tư: Điện, Nước, Cơ điện, Nhiên liệu.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Theo dõi tỷ lệ hoàn thành phiếu yêu cầu vật tư đúng hạn.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Thống kê tổng giá trị tài sản thu hồi từ phế liệu và sửa chữa ngoài.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Truy cập an toàn trên mọi thiết bị máy tính, iPad và smartphone.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E824C"/>
                </a:solidFill>
              </a:defRPr>
            </a:pPr>
            <a:r>
              <a:t>MTP FARM ERP • HE THONG QUAN TRI TOAN DIEN</a:t>
            </a:r>
          </a:p>
          <a:p>
            <a:pPr>
              <a:spcBef>
                <a:spcPts val="400"/>
              </a:spcBef>
              <a:defRPr sz="2200" b="1">
                <a:solidFill>
                  <a:srgbClr val="0F4C81"/>
                </a:solidFill>
              </a:defRPr>
            </a:pPr>
            <a:r>
              <a:t>7. Giá Trị Thực Tế &amp; Lợi Ích Cho Doanh Nghiệp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1E824C"/>
                </a:solidFill>
              </a:defRPr>
            </a:pPr>
            <a:r>
              <a:t>TỐI ƯU CHI PHÍ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Tiết Kiệm 15 - 25% Chi Phí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Chặn đứng thất thoát vật tư và gian lận xăng dầu xe cơ giới.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Tận dụng tối đa giá trị thu hồi từ phế liệu và xác thiết bị cũ.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F4C81"/>
                </a:solidFill>
              </a:defRPr>
            </a:pPr>
            <a:r>
              <a:t>TỐC ĐỘ VẬN HÀNH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Nâng Cao 50% Năng Suất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Thủ kho và trưởng chuồng duyệt xuất vật tư trong 30 giây.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Không tốn thời gian ghi chép giấy tờ hay đối soát thủ công cuối tháng.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E67E22"/>
                </a:solidFill>
              </a:defRPr>
            </a:pPr>
            <a:r>
              <a:t>TƯƠNG LAI BỀN VỮNG</a:t>
            </a:r>
          </a:p>
          <a:p>
            <a:pPr>
              <a:spcBef>
                <a:spcPts val="200"/>
              </a:spcBef>
              <a:defRPr sz="1300" b="1">
                <a:solidFill>
                  <a:srgbClr val="0F4C81"/>
                </a:solidFill>
              </a:defRPr>
            </a:pPr>
            <a:r>
              <a:t>Chuyển Đổi Số Toàn Diện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Xây dựng nền tảng quản trị nông nghiệp công nghệ cao hiện đại.</a:t>
            </a:r>
          </a:p>
          <a:p>
            <a:pPr>
              <a:spcBef>
                <a:spcPts val="400"/>
              </a:spcBef>
              <a:defRPr sz="1000">
                <a:solidFill>
                  <a:srgbClr val="212529"/>
                </a:solidFill>
              </a:defRPr>
            </a:pPr>
            <a:r>
              <a:t>• Dễ dàng mở rộng thêm các phân hệ: Sản lượng trứng, Thức ăn cám, Thú 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AB35"/>
                </a:solidFill>
              </a:defRPr>
            </a:pPr>
            <a:r>
              <a:t>🐔 MTP FARM ERP</a:t>
            </a:r>
          </a:p>
          <a:p>
            <a:pPr algn="ctr"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Số Hóa Vận Hành • Nâng Tầm Nông Nghiệp Việt</a:t>
            </a:r>
          </a:p>
          <a:p>
            <a:pPr algn="ctr">
              <a:spcBef>
                <a:spcPts val="2500"/>
              </a:spcBef>
              <a:defRPr sz="1300">
                <a:solidFill>
                  <a:srgbClr val="B4C8DC"/>
                </a:solidFill>
              </a:defRPr>
            </a:pPr>
            <a:r>
              <a:t>Trang Trại Gà Đẻ Trứng Lê Văn Dương • Minh Tân, Dầu Tiếng, Bình Dương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